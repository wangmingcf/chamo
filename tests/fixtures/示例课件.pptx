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deliberately remain in the original 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deliberately remain in the original 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课程示例 /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数学：2 + 3 =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Native Office rendering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